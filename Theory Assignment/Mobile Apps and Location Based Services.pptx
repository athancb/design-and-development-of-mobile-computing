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3" r:id="rId1"/>
  </p:sldMasterIdLst>
  <p:notesMasterIdLst>
    <p:notesMasterId r:id="rId4"/>
  </p:notesMasterIdLst>
  <p:sldIdLst>
    <p:sldId id="256" r:id="rId2"/>
    <p:sldId id="268" r:id="rId3"/>
  </p:sldIdLst>
  <p:sldSz cx="9144000" cy="6858000" type="screen4x3"/>
  <p:notesSz cx="6858000" cy="9144000"/>
  <p:defaultTextStyle>
    <a:defPPr>
      <a:defRPr lang="el-GR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l-GR" altLang="el-GR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l-GR" altLang="el-GR"/>
          </a:p>
        </p:txBody>
      </p:sp>
      <p:sp>
        <p:nvSpPr>
          <p:cNvPr id="1946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94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l-GR" altLang="el-GR"/>
              <a:t>Click to edit Master text styles</a:t>
            </a:r>
          </a:p>
          <a:p>
            <a:pPr lvl="1"/>
            <a:r>
              <a:rPr lang="el-GR" altLang="el-GR"/>
              <a:t>Second level</a:t>
            </a:r>
          </a:p>
          <a:p>
            <a:pPr lvl="2"/>
            <a:r>
              <a:rPr lang="el-GR" altLang="el-GR"/>
              <a:t>Third level</a:t>
            </a:r>
          </a:p>
          <a:p>
            <a:pPr lvl="3"/>
            <a:r>
              <a:rPr lang="el-GR" altLang="el-GR"/>
              <a:t>Fourth level</a:t>
            </a:r>
          </a:p>
          <a:p>
            <a:pPr lvl="4"/>
            <a:r>
              <a:rPr lang="el-GR" altLang="el-GR"/>
              <a:t>Fifth level</a:t>
            </a:r>
          </a:p>
        </p:txBody>
      </p:sp>
      <p:sp>
        <p:nvSpPr>
          <p:cNvPr id="194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l-GR" altLang="el-GR"/>
          </a:p>
        </p:txBody>
      </p:sp>
      <p:sp>
        <p:nvSpPr>
          <p:cNvPr id="194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E38D41D-8734-4B81-B6C5-7D51D9AB1945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9023633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14" name="Group 2"/>
          <p:cNvGrpSpPr>
            <a:grpSpLocks/>
          </p:cNvGrpSpPr>
          <p:nvPr/>
        </p:nvGrpSpPr>
        <p:grpSpPr bwMode="auto">
          <a:xfrm>
            <a:off x="0" y="927100"/>
            <a:ext cx="8991600" cy="4495800"/>
            <a:chOff x="0" y="584"/>
            <a:chExt cx="5664" cy="2832"/>
          </a:xfrm>
        </p:grpSpPr>
        <p:sp>
          <p:nvSpPr>
            <p:cNvPr id="13315" name="AutoShape 3"/>
            <p:cNvSpPr>
              <a:spLocks noChangeArrowheads="1"/>
            </p:cNvSpPr>
            <p:nvPr userDrawn="1"/>
          </p:nvSpPr>
          <p:spPr bwMode="auto">
            <a:xfrm>
              <a:off x="432" y="1304"/>
              <a:ext cx="4656" cy="2112"/>
            </a:xfrm>
            <a:prstGeom prst="roundRect">
              <a:avLst>
                <a:gd name="adj" fmla="val 16667"/>
              </a:avLst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lang="el-GR" altLang="el-GR" sz="2400">
                <a:latin typeface="Times New Roman" panose="02020603050405020304" pitchFamily="18" charset="0"/>
              </a:endParaRPr>
            </a:p>
          </p:txBody>
        </p:sp>
        <p:sp>
          <p:nvSpPr>
            <p:cNvPr id="13316" name="Rectangle 4"/>
            <p:cNvSpPr>
              <a:spLocks noChangeArrowheads="1"/>
            </p:cNvSpPr>
            <p:nvPr userDrawn="1"/>
          </p:nvSpPr>
          <p:spPr bwMode="blackWhite">
            <a:xfrm>
              <a:off x="144" y="584"/>
              <a:ext cx="4512" cy="624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bg2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lang="el-GR" altLang="el-GR" sz="2400">
                <a:latin typeface="Times New Roman" panose="02020603050405020304" pitchFamily="18" charset="0"/>
              </a:endParaRPr>
            </a:p>
          </p:txBody>
        </p:sp>
        <p:sp>
          <p:nvSpPr>
            <p:cNvPr id="13317" name="AutoShape 5"/>
            <p:cNvSpPr>
              <a:spLocks noChangeArrowheads="1"/>
            </p:cNvSpPr>
            <p:nvPr userDrawn="1"/>
          </p:nvSpPr>
          <p:spPr bwMode="blackWhite">
            <a:xfrm>
              <a:off x="0" y="872"/>
              <a:ext cx="5664" cy="1152"/>
            </a:xfrm>
            <a:custGeom>
              <a:avLst/>
              <a:gdLst>
                <a:gd name="G0" fmla="+- 1000 0 0"/>
                <a:gd name="G1" fmla="+- 1000 0 0"/>
                <a:gd name="G2" fmla="+- G0 0 G1"/>
                <a:gd name="G3" fmla="*/ G1 1 2"/>
                <a:gd name="G4" fmla="+- G0 0 G3"/>
                <a:gd name="T0" fmla="*/ 0 w 1000"/>
                <a:gd name="T1" fmla="*/ 0 h 1000"/>
                <a:gd name="T2" fmla="*/ 4417 w 1000"/>
                <a:gd name="T3" fmla="*/ 0 h 1000"/>
                <a:gd name="T4" fmla="*/ 4917 w 1000"/>
                <a:gd name="T5" fmla="*/ 500 h 1000"/>
                <a:gd name="T6" fmla="*/ 4417 w 1000"/>
                <a:gd name="T7" fmla="*/ 1000 h 1000"/>
                <a:gd name="T8" fmla="*/ 0 w 1000"/>
                <a:gd name="T9" fmla="*/ 1000 h 1000"/>
                <a:gd name="T10" fmla="*/ 0 w 1000"/>
                <a:gd name="T11" fmla="*/ 0 h 1000"/>
                <a:gd name="T12" fmla="*/ G4 w 1000"/>
                <a:gd name="T13" fmla="*/ G1 h 10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T10" t="T11" r="T12" b="T13"/>
              <a:pathLst>
                <a:path w="4917" h="1000">
                  <a:moveTo>
                    <a:pt x="0" y="0"/>
                  </a:moveTo>
                  <a:lnTo>
                    <a:pt x="4417" y="0"/>
                  </a:lnTo>
                  <a:cubicBezTo>
                    <a:pt x="4693" y="0"/>
                    <a:pt x="4917" y="223"/>
                    <a:pt x="4917" y="500"/>
                  </a:cubicBezTo>
                  <a:cubicBezTo>
                    <a:pt x="4917" y="776"/>
                    <a:pt x="4693" y="1000"/>
                    <a:pt x="4417" y="1000"/>
                  </a:cubicBezTo>
                  <a:lnTo>
                    <a:pt x="0" y="1000"/>
                  </a:lnTo>
                  <a:close/>
                </a:path>
              </a:pathLst>
            </a:cu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l-GR" altLang="el-GR" sz="2400">
                <a:latin typeface="Times New Roman" panose="02020603050405020304" pitchFamily="18" charset="0"/>
              </a:endParaRPr>
            </a:p>
          </p:txBody>
        </p:sp>
        <p:sp>
          <p:nvSpPr>
            <p:cNvPr id="13318" name="Line 6"/>
            <p:cNvSpPr>
              <a:spLocks noChangeShapeType="1"/>
            </p:cNvSpPr>
            <p:nvPr userDrawn="1"/>
          </p:nvSpPr>
          <p:spPr bwMode="auto">
            <a:xfrm>
              <a:off x="0" y="1928"/>
              <a:ext cx="5232" cy="0"/>
            </a:xfrm>
            <a:prstGeom prst="line">
              <a:avLst/>
            </a:prstGeom>
            <a:noFill/>
            <a:ln w="50800">
              <a:solidFill>
                <a:schemeClr val="bg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13319" name="Rectangle 7"/>
          <p:cNvSpPr>
            <a:spLocks noGrp="1" noChangeArrowheads="1"/>
          </p:cNvSpPr>
          <p:nvPr>
            <p:ph type="ctrTitle"/>
          </p:nvPr>
        </p:nvSpPr>
        <p:spPr>
          <a:xfrm>
            <a:off x="228600" y="1427163"/>
            <a:ext cx="8077200" cy="1609725"/>
          </a:xfrm>
        </p:spPr>
        <p:txBody>
          <a:bodyPr/>
          <a:lstStyle>
            <a:lvl1pPr>
              <a:defRPr sz="3400" b="0"/>
            </a:lvl1pPr>
          </a:lstStyle>
          <a:p>
            <a:pPr lvl="0"/>
            <a:r>
              <a:rPr lang="el-GR" altLang="el-GR" noProof="0"/>
              <a:t>Click to edit Master title style</a:t>
            </a:r>
          </a:p>
        </p:txBody>
      </p:sp>
      <p:sp>
        <p:nvSpPr>
          <p:cNvPr id="1332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3441700"/>
            <a:ext cx="6629400" cy="16764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/>
            </a:lvl1pPr>
          </a:lstStyle>
          <a:p>
            <a:pPr lvl="0"/>
            <a:r>
              <a:rPr lang="el-GR" altLang="el-GR" noProof="0"/>
              <a:t>Click to edit Master subtitle style</a:t>
            </a:r>
          </a:p>
        </p:txBody>
      </p:sp>
      <p:sp>
        <p:nvSpPr>
          <p:cNvPr id="13321" name="Rectangle 9"/>
          <p:cNvSpPr>
            <a:spLocks noGrp="1" noChangeArrowheads="1"/>
          </p:cNvSpPr>
          <p:nvPr>
            <p:ph type="dt" sz="half" idx="2"/>
          </p:nvPr>
        </p:nvSpPr>
        <p:spPr>
          <a:xfrm>
            <a:off x="457200" y="6248400"/>
            <a:ext cx="2133600" cy="471488"/>
          </a:xfrm>
        </p:spPr>
        <p:txBody>
          <a:bodyPr/>
          <a:lstStyle>
            <a:lvl1pPr>
              <a:defRPr/>
            </a:lvl1pPr>
          </a:lstStyle>
          <a:p>
            <a:fld id="{FF738263-DAC3-4ECB-BA72-B13801504C74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13323" name="Rectangle 11"/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8400"/>
            <a:ext cx="2133600" cy="471488"/>
          </a:xfrm>
        </p:spPr>
        <p:txBody>
          <a:bodyPr/>
          <a:lstStyle>
            <a:lvl1pPr>
              <a:defRPr/>
            </a:lvl1pPr>
          </a:lstStyle>
          <a:p>
            <a:fld id="{3CB50D9F-6782-4020-AAD2-0E672B2B7F80}" type="slidenum">
              <a:rPr lang="el-GR" altLang="el-GR"/>
              <a:pPr/>
              <a:t>‹#›</a:t>
            </a:fld>
            <a:endParaRPr lang="el-GR" altLang="el-GR"/>
          </a:p>
        </p:txBody>
      </p:sp>
      <p:pic>
        <p:nvPicPr>
          <p:cNvPr id="1026" name="Picture 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" y="4763"/>
            <a:ext cx="894829" cy="803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BB49077-91D3-4C11-827B-A1EE366B872C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806199-4E63-4D8B-8A88-D7527E45FB0A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219807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ADA56B0-3802-4A4F-B203-4D1F8A875619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7982A11-9E0D-4B51-A43C-E7EDE6E10E07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2242655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3886200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3886200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8586587-93DC-463C-B87A-01F4A6B8D17C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4D21073-815C-4405-BAEA-003228DE5858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3027172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FFFD4E8-7229-4510-9E25-E38F76921C6B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3036F44-0CD8-408B-A042-79D879D1052A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398984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61FD93F-D0EE-487C-A5C6-9BE2680917A0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273D132-B468-49FE-B251-F8AC89B2ABF7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721726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836C9DD-C4F7-4433-9246-AD45E047DB9E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AB930D8-1718-485B-80C6-E6E63F7BBB32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2069794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71AF333-A5B4-4597-8E11-06C17B21DFE7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E250260-244A-471A-A637-C76F4E81C176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707463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C978EF0-E3F1-4039-822B-7970CBA2B81D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4A45D5C-40DC-4AD4-82F5-8B2AF99368C0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2351385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53EFF54-27B7-46B9-A5F8-DEC57214FBF3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4D0061B-4C2B-4EA5-BB9A-EA9DFD09BD8D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152158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3200" y="228600"/>
            <a:ext cx="1981200" cy="5791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28600"/>
            <a:ext cx="5791200" cy="5791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631C239-323B-491D-B2A4-6A46668F380F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9FBFC22-9CBA-4A8B-B628-8D0CA4293E3C}" type="slidenum">
              <a:rPr lang="el-GR" altLang="el-GR"/>
              <a:pPr/>
              <a:t>‹#›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2522516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90" name="Group 2"/>
          <p:cNvGrpSpPr>
            <a:grpSpLocks/>
          </p:cNvGrpSpPr>
          <p:nvPr/>
        </p:nvGrpSpPr>
        <p:grpSpPr bwMode="auto">
          <a:xfrm>
            <a:off x="0" y="152400"/>
            <a:ext cx="8686800" cy="6096000"/>
            <a:chOff x="0" y="96"/>
            <a:chExt cx="5472" cy="3840"/>
          </a:xfrm>
        </p:grpSpPr>
        <p:sp>
          <p:nvSpPr>
            <p:cNvPr id="12291" name="AutoShape 3"/>
            <p:cNvSpPr>
              <a:spLocks noChangeArrowheads="1"/>
            </p:cNvSpPr>
            <p:nvPr/>
          </p:nvSpPr>
          <p:spPr bwMode="auto">
            <a:xfrm>
              <a:off x="240" y="336"/>
              <a:ext cx="5232" cy="3600"/>
            </a:xfrm>
            <a:prstGeom prst="roundRect">
              <a:avLst>
                <a:gd name="adj" fmla="val 13727"/>
              </a:avLst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lang="el-GR" altLang="el-GR" sz="2400">
                <a:latin typeface="Times New Roman" panose="02020603050405020304" pitchFamily="18" charset="0"/>
              </a:endParaRPr>
            </a:p>
          </p:txBody>
        </p:sp>
        <p:sp>
          <p:nvSpPr>
            <p:cNvPr id="12292" name="AutoShape 4"/>
            <p:cNvSpPr>
              <a:spLocks noChangeArrowheads="1"/>
            </p:cNvSpPr>
            <p:nvPr/>
          </p:nvSpPr>
          <p:spPr bwMode="blackWhite">
            <a:xfrm>
              <a:off x="0" y="96"/>
              <a:ext cx="5376" cy="768"/>
            </a:xfrm>
            <a:custGeom>
              <a:avLst/>
              <a:gdLst>
                <a:gd name="G0" fmla="+- 1000 0 0"/>
                <a:gd name="G1" fmla="+- 1000 0 0"/>
                <a:gd name="G2" fmla="+- G0 0 G1"/>
                <a:gd name="G3" fmla="*/ G1 1 2"/>
                <a:gd name="G4" fmla="+- G0 0 G3"/>
                <a:gd name="T0" fmla="*/ 0 w 1000"/>
                <a:gd name="T1" fmla="*/ 0 h 1000"/>
                <a:gd name="T2" fmla="*/ 6500 w 1000"/>
                <a:gd name="T3" fmla="*/ 0 h 1000"/>
                <a:gd name="T4" fmla="*/ 7000 w 1000"/>
                <a:gd name="T5" fmla="*/ 500 h 1000"/>
                <a:gd name="T6" fmla="*/ 6500 w 1000"/>
                <a:gd name="T7" fmla="*/ 1000 h 1000"/>
                <a:gd name="T8" fmla="*/ 0 w 1000"/>
                <a:gd name="T9" fmla="*/ 1000 h 1000"/>
                <a:gd name="T10" fmla="*/ 0 w 1000"/>
                <a:gd name="T11" fmla="*/ 0 h 1000"/>
                <a:gd name="T12" fmla="*/ G4 w 1000"/>
                <a:gd name="T13" fmla="*/ G1 h 10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T10" t="T11" r="T12" b="T13"/>
              <a:pathLst>
                <a:path w="7000" h="1000">
                  <a:moveTo>
                    <a:pt x="0" y="0"/>
                  </a:moveTo>
                  <a:lnTo>
                    <a:pt x="6500" y="0"/>
                  </a:lnTo>
                  <a:cubicBezTo>
                    <a:pt x="6776" y="0"/>
                    <a:pt x="7000" y="223"/>
                    <a:pt x="7000" y="500"/>
                  </a:cubicBezTo>
                  <a:cubicBezTo>
                    <a:pt x="7000" y="776"/>
                    <a:pt x="6776" y="1000"/>
                    <a:pt x="6500" y="1000"/>
                  </a:cubicBezTo>
                  <a:lnTo>
                    <a:pt x="0" y="1000"/>
                  </a:lnTo>
                  <a:close/>
                </a:path>
              </a:pathLst>
            </a:cu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l-GR" altLang="el-GR" sz="2400">
                <a:latin typeface="Times New Roman" panose="02020603050405020304" pitchFamily="18" charset="0"/>
              </a:endParaRPr>
            </a:p>
          </p:txBody>
        </p:sp>
        <p:sp>
          <p:nvSpPr>
            <p:cNvPr id="12293" name="Line 5"/>
            <p:cNvSpPr>
              <a:spLocks noChangeShapeType="1"/>
            </p:cNvSpPr>
            <p:nvPr/>
          </p:nvSpPr>
          <p:spPr bwMode="auto">
            <a:xfrm>
              <a:off x="0" y="768"/>
              <a:ext cx="5088" cy="0"/>
            </a:xfrm>
            <a:prstGeom prst="line">
              <a:avLst/>
            </a:prstGeom>
            <a:noFill/>
            <a:ln w="38100">
              <a:solidFill>
                <a:schemeClr val="bg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l-GR"/>
            </a:p>
          </p:txBody>
        </p:sp>
      </p:grpSp>
      <p:sp>
        <p:nvSpPr>
          <p:cNvPr id="12294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971550" y="228600"/>
            <a:ext cx="7239000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l-GR" altLang="el-GR"/>
              <a:t>Click to edit Master title style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0"/>
            <a:ext cx="7924800" cy="441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l-GR" altLang="el-GR"/>
              <a:t>Click to edit Master text styles</a:t>
            </a:r>
          </a:p>
          <a:p>
            <a:pPr lvl="1"/>
            <a:r>
              <a:rPr lang="el-GR" altLang="el-GR"/>
              <a:t>Second level</a:t>
            </a:r>
          </a:p>
          <a:p>
            <a:pPr lvl="2"/>
            <a:r>
              <a:rPr lang="el-GR" altLang="el-GR"/>
              <a:t>Third level</a:t>
            </a:r>
          </a:p>
          <a:p>
            <a:pPr lvl="3"/>
            <a:r>
              <a:rPr lang="el-GR" altLang="el-GR"/>
              <a:t>Fourth level</a:t>
            </a:r>
          </a:p>
          <a:p>
            <a:pPr lvl="4"/>
            <a:r>
              <a:rPr lang="el-GR" altLang="el-GR"/>
              <a:t>Fifth level</a:t>
            </a:r>
          </a:p>
        </p:txBody>
      </p:sp>
      <p:sp>
        <p:nvSpPr>
          <p:cNvPr id="12296" name="Rectangle 8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8400"/>
            <a:ext cx="213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9E19B60E-50DA-4C43-8696-24448106F9FE}" type="datetime1">
              <a:rPr lang="el-GR" altLang="el-GR"/>
              <a:pPr/>
              <a:t>24/10/2018</a:t>
            </a:fld>
            <a:endParaRPr lang="el-GR" altLang="el-GR"/>
          </a:p>
        </p:txBody>
      </p:sp>
      <p:sp>
        <p:nvSpPr>
          <p:cNvPr id="12298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 Black" panose="020B0A04020102020204" pitchFamily="34" charset="0"/>
              </a:defRPr>
            </a:lvl1pPr>
          </a:lstStyle>
          <a:p>
            <a:fld id="{404B6BB9-B2A7-485A-BB1A-2445EEAE016B}" type="slidenum">
              <a:rPr lang="el-GR" altLang="el-GR"/>
              <a:pPr/>
              <a:t>‹#›</a:t>
            </a:fld>
            <a:endParaRPr lang="el-GR" altLang="el-GR"/>
          </a:p>
        </p:txBody>
      </p:sp>
      <p:pic>
        <p:nvPicPr>
          <p:cNvPr id="2050" name="Picture 1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258932"/>
            <a:ext cx="984785" cy="8840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Rectangle 8"/>
          <p:cNvSpPr txBox="1">
            <a:spLocks noChangeArrowheads="1"/>
          </p:cNvSpPr>
          <p:nvPr userDrawn="1"/>
        </p:nvSpPr>
        <p:spPr bwMode="auto">
          <a:xfrm>
            <a:off x="2667000" y="6248400"/>
            <a:ext cx="44972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l-G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l-GR" altLang="el-GR" dirty="0"/>
              <a:t>Σχεδιασμός και Ανάπτυξη Εφαρμογών Κινητού Υπολογισμού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</p:sldLayoutIdLst>
  <p:hf hdr="0"/>
  <p:txStyles>
    <p:titleStyle>
      <a:lvl1pPr algn="l" rtl="0" fontAlgn="base">
        <a:spcBef>
          <a:spcPct val="0"/>
        </a:spcBef>
        <a:spcAft>
          <a:spcPct val="0"/>
        </a:spcAft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Century Gothic" panose="020B0502020202020204" pitchFamily="34" charset="0"/>
        </a:defRPr>
      </a:lvl2pPr>
      <a:lvl3pPr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Century Gothic" panose="020B0502020202020204" pitchFamily="34" charset="0"/>
        </a:defRPr>
      </a:lvl3pPr>
      <a:lvl4pPr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Century Gothic" panose="020B0502020202020204" pitchFamily="34" charset="0"/>
        </a:defRPr>
      </a:lvl4pPr>
      <a:lvl5pPr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Century Gothic" panose="020B0502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Century Gothic" panose="020B0502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Century Gothic" panose="020B0502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Century Gothic" panose="020B0502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Century Gothic" panose="020B0502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anose="05000000000000000000" pitchFamily="2" charset="2"/>
        <a:buChar char="l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anose="05000000000000000000" pitchFamily="2" charset="2"/>
        <a:buChar char="l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l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Wingdings" panose="05000000000000000000" pitchFamily="2" charset="2"/>
        <a:buChar char="l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SzPct val="40000"/>
        <a:buFont typeface="Wingdings" panose="05000000000000000000" pitchFamily="2" charset="2"/>
        <a:buChar char="l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42988" y="1484313"/>
            <a:ext cx="7129462" cy="1470025"/>
          </a:xfrm>
        </p:spPr>
        <p:txBody>
          <a:bodyPr/>
          <a:lstStyle/>
          <a:p>
            <a:r>
              <a:rPr lang="en-US" altLang="el-GR" sz="3000" b="1" dirty="0"/>
              <a:t>Mobile Apps and Location Based Services</a:t>
            </a:r>
            <a:endParaRPr lang="el-GR" altLang="el-GR" sz="3000" b="1" dirty="0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42988" y="3441700"/>
            <a:ext cx="6629400" cy="733425"/>
          </a:xfrm>
        </p:spPr>
        <p:txBody>
          <a:bodyPr/>
          <a:lstStyle/>
          <a:p>
            <a:r>
              <a:rPr lang="el-GR" altLang="el-GR" b="1" dirty="0">
                <a:solidFill>
                  <a:schemeClr val="folHlink"/>
                </a:solidFill>
              </a:rPr>
              <a:t>Αθανάσιος Μπόνης</a:t>
            </a:r>
          </a:p>
        </p:txBody>
      </p:sp>
      <p:sp>
        <p:nvSpPr>
          <p:cNvPr id="2052" name="Text Box 4"/>
          <p:cNvSpPr txBox="1">
            <a:spLocks noChangeArrowheads="1"/>
          </p:cNvSpPr>
          <p:nvPr/>
        </p:nvSpPr>
        <p:spPr bwMode="auto">
          <a:xfrm>
            <a:off x="1201738" y="116632"/>
            <a:ext cx="707065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l-GR" altLang="el-GR" sz="2400" b="1" dirty="0">
                <a:solidFill>
                  <a:schemeClr val="bg2"/>
                </a:solidFill>
              </a:rPr>
              <a:t>Εργασία Μαθήματος</a:t>
            </a:r>
            <a:r>
              <a:rPr lang="el-GR" altLang="el-GR" sz="2400" b="1" i="1" dirty="0">
                <a:solidFill>
                  <a:schemeClr val="bg2"/>
                </a:solidFill>
              </a:rPr>
              <a:t> Σχεδιασμός και Ανάπτυξη </a:t>
            </a:r>
          </a:p>
          <a:p>
            <a:r>
              <a:rPr lang="el-GR" altLang="el-GR" sz="2400" b="1" i="1" dirty="0">
                <a:solidFill>
                  <a:schemeClr val="bg2"/>
                </a:solidFill>
              </a:rPr>
              <a:t>Εφαρμογών Κινητού Υπολογισμού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9077-91D3-4C11-827B-A1EE366B872C}" type="datetime1">
              <a:rPr lang="el-GR" altLang="el-GR" smtClean="0"/>
              <a:pPr/>
              <a:t>24/10/2018</a:t>
            </a:fld>
            <a:endParaRPr lang="el-GR" altLang="el-G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06199-4E63-4D8B-8A88-D7527E45FB0A}" type="slidenum">
              <a:rPr lang="el-GR" altLang="el-GR" smtClean="0"/>
              <a:pPr/>
              <a:t>2</a:t>
            </a:fld>
            <a:endParaRPr lang="el-GR" altLang="el-GR"/>
          </a:p>
        </p:txBody>
      </p:sp>
    </p:spTree>
    <p:extLst>
      <p:ext uri="{BB962C8B-B14F-4D97-AF65-F5344CB8AC3E}">
        <p14:creationId xmlns:p14="http://schemas.microsoft.com/office/powerpoint/2010/main" val="4050023462"/>
      </p:ext>
    </p:extLst>
  </p:cSld>
  <p:clrMapOvr>
    <a:masterClrMapping/>
  </p:clrMapOvr>
</p:sld>
</file>

<file path=ppt/theme/theme1.xml><?xml version="1.0" encoding="utf-8"?>
<a:theme xmlns:a="http://schemas.openxmlformats.org/drawingml/2006/main" name="Radial">
  <a:themeElements>
    <a:clrScheme name="Radial 1">
      <a:dk1>
        <a:srgbClr val="000000"/>
      </a:dk1>
      <a:lt1>
        <a:srgbClr val="FFFFFF"/>
      </a:lt1>
      <a:dk2>
        <a:srgbClr val="FFFFFF"/>
      </a:dk2>
      <a:lt2>
        <a:srgbClr val="669999"/>
      </a:lt2>
      <a:accent1>
        <a:srgbClr val="99CCFF"/>
      </a:accent1>
      <a:accent2>
        <a:srgbClr val="9999FF"/>
      </a:accent2>
      <a:accent3>
        <a:srgbClr val="FFFFFF"/>
      </a:accent3>
      <a:accent4>
        <a:srgbClr val="000000"/>
      </a:accent4>
      <a:accent5>
        <a:srgbClr val="CAE2FF"/>
      </a:accent5>
      <a:accent6>
        <a:srgbClr val="8A8AE7"/>
      </a:accent6>
      <a:hlink>
        <a:srgbClr val="996666"/>
      </a:hlink>
      <a:folHlink>
        <a:srgbClr val="6666CC"/>
      </a:folHlink>
    </a:clrScheme>
    <a:fontScheme name="Radial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Radial 1">
        <a:dk1>
          <a:srgbClr val="000000"/>
        </a:dk1>
        <a:lt1>
          <a:srgbClr val="FFFFFF"/>
        </a:lt1>
        <a:dk2>
          <a:srgbClr val="FFFFFF"/>
        </a:dk2>
        <a:lt2>
          <a:srgbClr val="669999"/>
        </a:lt2>
        <a:accent1>
          <a:srgbClr val="99CC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8A8AE7"/>
        </a:accent6>
        <a:hlink>
          <a:srgbClr val="996666"/>
        </a:hlink>
        <a:folHlink>
          <a:srgbClr val="6666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adial 2">
        <a:dk1>
          <a:srgbClr val="000000"/>
        </a:dk1>
        <a:lt1>
          <a:srgbClr val="FFFFFF"/>
        </a:lt1>
        <a:dk2>
          <a:srgbClr val="FFFFFF"/>
        </a:dk2>
        <a:lt2>
          <a:srgbClr val="817F3F"/>
        </a:lt2>
        <a:accent1>
          <a:srgbClr val="FFCC00"/>
        </a:accent1>
        <a:accent2>
          <a:srgbClr val="CC99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8A00"/>
        </a:accent6>
        <a:hlink>
          <a:srgbClr val="996666"/>
        </a:hlink>
        <a:folHlink>
          <a:srgbClr val="C9450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adial 3">
        <a:dk1>
          <a:srgbClr val="CC6600"/>
        </a:dk1>
        <a:lt1>
          <a:srgbClr val="FFFFFF"/>
        </a:lt1>
        <a:dk2>
          <a:srgbClr val="800000"/>
        </a:dk2>
        <a:lt2>
          <a:srgbClr val="FFFFFF"/>
        </a:lt2>
        <a:accent1>
          <a:srgbClr val="FF6600"/>
        </a:accent1>
        <a:accent2>
          <a:srgbClr val="33CCCC"/>
        </a:accent2>
        <a:accent3>
          <a:srgbClr val="C0AAAA"/>
        </a:accent3>
        <a:accent4>
          <a:srgbClr val="DADADA"/>
        </a:accent4>
        <a:accent5>
          <a:srgbClr val="FFB8AA"/>
        </a:accent5>
        <a:accent6>
          <a:srgbClr val="2DB9B9"/>
        </a:accent6>
        <a:hlink>
          <a:srgbClr val="99FF33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4">
        <a:dk1>
          <a:srgbClr val="993300"/>
        </a:dk1>
        <a:lt1>
          <a:srgbClr val="FFFFFF"/>
        </a:lt1>
        <a:dk2>
          <a:srgbClr val="431A01"/>
        </a:dk2>
        <a:lt2>
          <a:srgbClr val="FFFFFF"/>
        </a:lt2>
        <a:accent1>
          <a:srgbClr val="FFCC00"/>
        </a:accent1>
        <a:accent2>
          <a:srgbClr val="FF9966"/>
        </a:accent2>
        <a:accent3>
          <a:srgbClr val="B0ABAA"/>
        </a:accent3>
        <a:accent4>
          <a:srgbClr val="DADADA"/>
        </a:accent4>
        <a:accent5>
          <a:srgbClr val="FFE2AA"/>
        </a:accent5>
        <a:accent6>
          <a:srgbClr val="E78A5C"/>
        </a:accent6>
        <a:hlink>
          <a:srgbClr val="FF66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5">
        <a:dk1>
          <a:srgbClr val="75878B"/>
        </a:dk1>
        <a:lt1>
          <a:srgbClr val="FFFFFF"/>
        </a:lt1>
        <a:dk2>
          <a:srgbClr val="260000"/>
        </a:dk2>
        <a:lt2>
          <a:srgbClr val="FFFFFF"/>
        </a:lt2>
        <a:accent1>
          <a:srgbClr val="0099CC"/>
        </a:accent1>
        <a:accent2>
          <a:srgbClr val="FF3300"/>
        </a:accent2>
        <a:accent3>
          <a:srgbClr val="ACAAAA"/>
        </a:accent3>
        <a:accent4>
          <a:srgbClr val="DADADA"/>
        </a:accent4>
        <a:accent5>
          <a:srgbClr val="AACAE2"/>
        </a:accent5>
        <a:accent6>
          <a:srgbClr val="E72D00"/>
        </a:accent6>
        <a:hlink>
          <a:srgbClr val="FFCC00"/>
        </a:hlink>
        <a:folHlink>
          <a:srgbClr val="CC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6">
        <a:dk1>
          <a:srgbClr val="666699"/>
        </a:dk1>
        <a:lt1>
          <a:srgbClr val="FFFFFF"/>
        </a:lt1>
        <a:dk2>
          <a:srgbClr val="000000"/>
        </a:dk2>
        <a:lt2>
          <a:srgbClr val="FFFFFF"/>
        </a:lt2>
        <a:accent1>
          <a:srgbClr val="9966FF"/>
        </a:accent1>
        <a:accent2>
          <a:srgbClr val="99CCFF"/>
        </a:accent2>
        <a:accent3>
          <a:srgbClr val="AAAAAA"/>
        </a:accent3>
        <a:accent4>
          <a:srgbClr val="DADADA"/>
        </a:accent4>
        <a:accent5>
          <a:srgbClr val="CAB8FF"/>
        </a:accent5>
        <a:accent6>
          <a:srgbClr val="8AB9E7"/>
        </a:accent6>
        <a:hlink>
          <a:srgbClr val="FFFFCC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7">
        <a:dk1>
          <a:srgbClr val="666699"/>
        </a:dk1>
        <a:lt1>
          <a:srgbClr val="FFFFFF"/>
        </a:lt1>
        <a:dk2>
          <a:srgbClr val="2A2A40"/>
        </a:dk2>
        <a:lt2>
          <a:srgbClr val="FFFFFF"/>
        </a:lt2>
        <a:accent1>
          <a:srgbClr val="006699"/>
        </a:accent1>
        <a:accent2>
          <a:srgbClr val="CC9900"/>
        </a:accent2>
        <a:accent3>
          <a:srgbClr val="ACACAF"/>
        </a:accent3>
        <a:accent4>
          <a:srgbClr val="DADADA"/>
        </a:accent4>
        <a:accent5>
          <a:srgbClr val="AAB8CA"/>
        </a:accent5>
        <a:accent6>
          <a:srgbClr val="B98A00"/>
        </a:accent6>
        <a:hlink>
          <a:srgbClr val="CC6600"/>
        </a:hlink>
        <a:folHlink>
          <a:srgbClr val="6C948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8">
        <a:dk1>
          <a:srgbClr val="BECBD8"/>
        </a:dk1>
        <a:lt1>
          <a:srgbClr val="FFFFFF"/>
        </a:lt1>
        <a:dk2>
          <a:srgbClr val="2B335B"/>
        </a:dk2>
        <a:lt2>
          <a:srgbClr val="FFFFFF"/>
        </a:lt2>
        <a:accent1>
          <a:srgbClr val="0099CC"/>
        </a:accent1>
        <a:accent2>
          <a:srgbClr val="B5DBE3"/>
        </a:accent2>
        <a:accent3>
          <a:srgbClr val="ACADB5"/>
        </a:accent3>
        <a:accent4>
          <a:srgbClr val="DADADA"/>
        </a:accent4>
        <a:accent5>
          <a:srgbClr val="AACAE2"/>
        </a:accent5>
        <a:accent6>
          <a:srgbClr val="A4C6CE"/>
        </a:accent6>
        <a:hlink>
          <a:srgbClr val="FFCC00"/>
        </a:hlink>
        <a:folHlink>
          <a:srgbClr val="58648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9">
        <a:dk1>
          <a:srgbClr val="3333FF"/>
        </a:dk1>
        <a:lt1>
          <a:srgbClr val="FFFFFF"/>
        </a:lt1>
        <a:dk2>
          <a:srgbClr val="000099"/>
        </a:dk2>
        <a:lt2>
          <a:srgbClr val="FFFFFF"/>
        </a:lt2>
        <a:accent1>
          <a:srgbClr val="339966"/>
        </a:accent1>
        <a:accent2>
          <a:srgbClr val="9999FF"/>
        </a:accent2>
        <a:accent3>
          <a:srgbClr val="AAAACA"/>
        </a:accent3>
        <a:accent4>
          <a:srgbClr val="DADADA"/>
        </a:accent4>
        <a:accent5>
          <a:srgbClr val="ADCAB8"/>
        </a:accent5>
        <a:accent6>
          <a:srgbClr val="8A8AE7"/>
        </a:accent6>
        <a:hlink>
          <a:srgbClr val="FFFF99"/>
        </a:hlink>
        <a:folHlink>
          <a:srgbClr val="17A0D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adial 10">
        <a:dk1>
          <a:srgbClr val="808000"/>
        </a:dk1>
        <a:lt1>
          <a:srgbClr val="FFFFFF"/>
        </a:lt1>
        <a:dk2>
          <a:srgbClr val="354418"/>
        </a:dk2>
        <a:lt2>
          <a:srgbClr val="FFFFFF"/>
        </a:lt2>
        <a:accent1>
          <a:srgbClr val="60897C"/>
        </a:accent1>
        <a:accent2>
          <a:srgbClr val="99CC00"/>
        </a:accent2>
        <a:accent3>
          <a:srgbClr val="AEB0AB"/>
        </a:accent3>
        <a:accent4>
          <a:srgbClr val="DADADA"/>
        </a:accent4>
        <a:accent5>
          <a:srgbClr val="B6C4BF"/>
        </a:accent5>
        <a:accent6>
          <a:srgbClr val="8AB900"/>
        </a:accent6>
        <a:hlink>
          <a:srgbClr val="CCCC00"/>
        </a:hlink>
        <a:folHlink>
          <a:srgbClr val="6699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Radial</Template>
  <TotalTime>248</TotalTime>
  <Words>18</Words>
  <Application>Microsoft Office PowerPoint</Application>
  <PresentationFormat>On-screen Show (4:3)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Arial Black</vt:lpstr>
      <vt:lpstr>Century Gothic</vt:lpstr>
      <vt:lpstr>Times New Roman</vt:lpstr>
      <vt:lpstr>Wingdings</vt:lpstr>
      <vt:lpstr>Radial</vt:lpstr>
      <vt:lpstr>Mobile Apps and Location Based Services</vt:lpstr>
      <vt:lpstr>PowerPoint Presentation</vt:lpstr>
    </vt:vector>
  </TitlesOfParts>
  <Company>RACTI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Προσθήκη τίτλου</dc:title>
  <dc:creator>C. Goumopoulos</dc:creator>
  <cp:lastModifiedBy>Athanasios Bonis</cp:lastModifiedBy>
  <cp:revision>12</cp:revision>
  <dcterms:created xsi:type="dcterms:W3CDTF">2004-07-16T16:35:59Z</dcterms:created>
  <dcterms:modified xsi:type="dcterms:W3CDTF">2018-10-24T20:09:28Z</dcterms:modified>
</cp:coreProperties>
</file>